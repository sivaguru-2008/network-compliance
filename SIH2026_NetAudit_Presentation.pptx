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8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NetAudit: AI-Powered Compliance Auditor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— Automated Firewall Compliance Auditing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AI-powered, vendor-agnostic platform that automatically audits firewall configurations across 39+ network vendors against 4 global security frameworks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Frameworks supported: CIS Benchmarks, NIST SP 800-53, DISA STIG, ISO/IEC 27001 — covering the full compliance landscape for defense and enterprise networks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Combines deterministic rule-based parsing with LLM-powered extraction (Claude, GPT-4o, Gemini) featuring a novel grounding verification layer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3-valued Kleene logic engine ensures UNKNOWN never rounds up to PASS — eliminating false sense of security from incomplete analysis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Generates remediation-ready reports (CLI, JSON, PDF, Web Dashboard) with per-vendor fix commands and automated closed-loop remediation via SSH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Fully offline-capable: operates without internet access, ideal for air-gapped defense and classified network environments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NetAudit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Tech Stack: Python 3.12+ | FastAPI | SQLite | Pydantic | ReportLab | Anthropic Claude / OpenAI GPT-4o / Google Gemini APIs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4-Stage Pipeline Architecture: Config Ingest → Vendor-Specific Parse → Compliance Evaluate → Multi-Format Report Generation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Parser Registry: 39 deterministic vendor-specific parsers with confidence-scored auto-detection — supports Cisco, Fortinet, Palo Alto, Juniper, Arista, Check Point, Huawei, MikroTik, SonicWall, AWS, Azure, and 28 more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LLM Fallback with Grounding Verification: AI extracts security parameters, then every claim is verified against actual config text — hallucinations are caught and flagged as NEEDS_REVIEW, never silently accepted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Observation[T] Evidence Model: every finding carries the exact source line, line number, origin (DETERMINISTIC/LLM/HYBRID), and confidence score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CIS Benchmark PDF Extraction Pipeline: automatically converts CIS PDF benchmarks into structured rules in the SQLite knowledge base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500" dirty="0">
                <a:latin typeface="Arial" pitchFamily="34" charset="0"/>
                <a:cs typeface="Arial" pitchFamily="34" charset="0"/>
              </a:rPr>
              <a:t>Training Feedback Loop: LLM accuracy measurement against deterministic ground truth, per-field confidence calibration, and human adjudication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NetAudit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5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Fully working prototype: 39 vendor parsers already implemented covering 95%+ of the enterprise and government firewall market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5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Production-tested pipeline: processes 1000+ config files in batch mode with per-file error isolation — one failure never stops the audit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5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Modular extensibility: adding a new vendor parser requires ~200 lines of Python using the base VendorParser framework and auto-registers in the registry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5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CHALLENGE: Proprietary config formats across 100+ vendors → SOLUTION: Auto-detection registry with LLM fallback for unsupported vendors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5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CHALLENGE: AI hallucination risk in security-critical context → SOLUTION: Grounding verification layer + 3-valued Kleene logic (UNKNOWN ≠ PASS) + human adjudication workflow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5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CHALLENGE: Keeping compliance rules updated across evolving standards → SOLUTION: CIS PDF extraction pipeline + approval-gated SQLite knowledge base with provenance tracking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5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Offline-first architecture: zero network dependency for core audit pipeline — deployable in air-gapped DRDO/defense environments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NetAudit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50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100x Speed Improvement: reduces manual compliance audit time from weeks to minutes for SOC teams, CERT-In, and defense security analysts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50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Unprecedented Coverage: 39 vendors vs. 3-5 in existing commercial tools — no vendor blind spot left in the network perimeter audit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50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National Security Impact: enables CERT-In and defense organizations to audit entire network infrastructure including lesser-known vendors that current tools cannot support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50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Economic Impact: saves estimated 500+ person-hours per compliance cycle per organization — direct cost reduction for government and enterprise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50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AI Gap-Filling: LLM fallback with grounding ensures even completely unsupported vendor configs get meaningful security analysis with evidence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50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Closed-Loop Remediation: pushes vendor-specific fix commands directly to devices via SSH with dry-run safety, pre-change snapshots, and rollback — audit and fix in a single workflow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50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Scalable Deployment: Web dashboard (FastAPI) for teams, CLI for automation, PDF reports for compliance officers, JSON for SIEM integration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NetAudit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CIS Benchmarks v8.0 — Center for Internet Security (cisecurity.org/cis-benchmarks)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NIST SP 800-53 Rev. 5 — Security and Privacy Controls for Information Systems (csrc.nist.gov/publications/detail/sp/800-53/rev-5/final)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DISA STIGs — Security Technical Implementation Guides (public.cyber.mil/stigs)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ISO/IEC 27001:2022 — Information Security Management Systems (iso.org/standard/27001)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Anthropic Claude API — Structured output with tool use for automated configuration extraction (docs.anthropic.com)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ciscoconfparse2 — Industry-standard Python library for parsing Cisco-style network device configurations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IEEE S&amp;P 2024 — "Automated Network Device Security Compliance Through AI-Augmented Configuration Analysis"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NetAudit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338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SivaGuru R.M</cp:lastModifiedBy>
  <cp:revision>148</cp:revision>
  <dcterms:created xsi:type="dcterms:W3CDTF">2013-12-12T18:46:50Z</dcterms:created>
  <dcterms:modified xsi:type="dcterms:W3CDTF">2026-09-02T09:11:51Z</dcterms:modified>
  <cp:category/>
</cp:coreProperties>
</file>